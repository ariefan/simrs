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70" r:id="rId4"/>
    <p:sldId id="257" r:id="rId5"/>
    <p:sldId id="271" r:id="rId6"/>
    <p:sldId id="265" r:id="rId7"/>
    <p:sldId id="266" r:id="rId8"/>
    <p:sldId id="268" r:id="rId9"/>
    <p:sldId id="272" r:id="rId10"/>
    <p:sldId id="273" r:id="rId11"/>
    <p:sldId id="261" r:id="rId12"/>
    <p:sldId id="260" r:id="rId13"/>
    <p:sldId id="264" r:id="rId14"/>
    <p:sldId id="262" r:id="rId15"/>
    <p:sldId id="275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NSTI" initials="I" lastIdx="0" clrIdx="0">
    <p:extLst>
      <p:ext uri="{19B8F6BF-5375-455C-9EA6-DF929625EA0E}">
        <p15:presenceInfo xmlns:p15="http://schemas.microsoft.com/office/powerpoint/2012/main" userId="INST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9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E771-92B6-4B9E-B668-4A7447D32F9C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107DE-D9AD-4818-9507-B765CC2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1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11896-3978-4A45-BE2D-199744D484A9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38B-5DBD-4D14-87DC-C255637F73D3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F6684-557F-496B-95E2-AE5C08749C06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20444-5FCC-4903-A86B-212BEB83A71E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4D1F-9406-42DE-B197-571FC2AA100C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BFB9-D9C9-44A5-8C0B-F59EBE00AF3B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22D3-B3FE-44AA-BCCC-DA50247EE8AF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8FF94-8991-4D67-8382-DFE10B1EFA4C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49FFF-BB03-4EED-BD60-C6DBBD31736C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FE9A-0C86-48F4-84F2-EA726635F371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B201-0102-484F-BE62-861119B44391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058E-B12A-4E2D-A9BA-1C5FF47E121B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331CF-3539-4779-A045-9F8D140F70F8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8942-6EC2-475E-9D24-CB9A6CDD91CF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7041-DCE2-48B5-B446-4ACB9D8E227A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6385-0200-475E-B914-8BCB16C5F311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43D16-16BE-42D0-A922-6D7A960661D2}" type="datetime1">
              <a:rPr lang="en-US" smtClean="0"/>
              <a:t>7/13/2017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sirs.yankes.kemkes.go.id/sirsservice/start/t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url.haxx.se/" TargetMode="External"/><Relationship Id="rId2" Type="http://schemas.openxmlformats.org/officeDocument/2006/relationships/hyperlink" Target="https://www.gnu.org/software/wg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ynx.browser.or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naftali/siranap-post" TargetMode="External"/><Relationship Id="rId2" Type="http://schemas.openxmlformats.org/officeDocument/2006/relationships/hyperlink" Target="https://github.com/ardhityawiedhairawan/siranap-php-al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dnaftali/siranap-hapus" TargetMode="External"/><Relationship Id="rId4" Type="http://schemas.openxmlformats.org/officeDocument/2006/relationships/hyperlink" Target="https://github.com/dnaftali/siranap-ws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pachefriends.org/index.html" TargetMode="External"/><Relationship Id="rId3" Type="http://schemas.openxmlformats.org/officeDocument/2006/relationships/hyperlink" Target="https://www.sublimetext.com/" TargetMode="External"/><Relationship Id="rId7" Type="http://schemas.openxmlformats.org/officeDocument/2006/relationships/hyperlink" Target="https://www.mysql.com/" TargetMode="External"/><Relationship Id="rId2" Type="http://schemas.openxmlformats.org/officeDocument/2006/relationships/hyperlink" Target="https://netbean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tomcat.apache.org/" TargetMode="External"/><Relationship Id="rId5" Type="http://schemas.openxmlformats.org/officeDocument/2006/relationships/hyperlink" Target="https://httpd.apache.org/" TargetMode="External"/><Relationship Id="rId10" Type="http://schemas.openxmlformats.org/officeDocument/2006/relationships/hyperlink" Target="http://www.putty.org/" TargetMode="External"/><Relationship Id="rId4" Type="http://schemas.openxmlformats.org/officeDocument/2006/relationships/hyperlink" Target="https://notepad-plus-plus.org/" TargetMode="External"/><Relationship Id="rId9" Type="http://schemas.openxmlformats.org/officeDocument/2006/relationships/hyperlink" Target="https://curl.haxx.s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Teknis</a:t>
            </a:r>
            <a:r>
              <a:rPr lang="en-US" dirty="0" smtClean="0"/>
              <a:t> </a:t>
            </a:r>
            <a:r>
              <a:rPr lang="en-US" dirty="0" err="1" smtClean="0"/>
              <a:t>Integrasi</a:t>
            </a:r>
            <a:r>
              <a:rPr lang="en-US" dirty="0" smtClean="0"/>
              <a:t> (Bridging) </a:t>
            </a:r>
            <a:r>
              <a:rPr lang="en-US" dirty="0" err="1" smtClean="0"/>
              <a:t>Siranap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SIMRS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Dody</a:t>
            </a:r>
            <a:r>
              <a:rPr lang="en-US" dirty="0" smtClean="0"/>
              <a:t> </a:t>
            </a:r>
            <a:r>
              <a:rPr lang="en-US" dirty="0" err="1" smtClean="0"/>
              <a:t>Naftali</a:t>
            </a:r>
            <a:endParaRPr lang="en-US" dirty="0" smtClean="0"/>
          </a:p>
          <a:p>
            <a:r>
              <a:rPr lang="en-US" dirty="0" err="1" smtClean="0"/>
              <a:t>Bekasi</a:t>
            </a:r>
            <a:r>
              <a:rPr lang="en-US" dirty="0" smtClean="0"/>
              <a:t>, 12 – 14 </a:t>
            </a:r>
            <a:r>
              <a:rPr lang="en-US" dirty="0" err="1" smtClean="0"/>
              <a:t>Juli</a:t>
            </a:r>
            <a:r>
              <a:rPr lang="en-US" dirty="0" smtClean="0"/>
              <a:t> 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60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Panduan</a:t>
            </a:r>
            <a:r>
              <a:rPr lang="en-US" dirty="0" smtClean="0"/>
              <a:t> </a:t>
            </a:r>
            <a:r>
              <a:rPr lang="en-US" dirty="0" err="1" smtClean="0"/>
              <a:t>Teknis</a:t>
            </a:r>
            <a:r>
              <a:rPr lang="en-US" dirty="0" smtClean="0"/>
              <a:t> </a:t>
            </a:r>
            <a:r>
              <a:rPr lang="en-US" dirty="0" err="1" smtClean="0"/>
              <a:t>Integrasi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Siranap</a:t>
            </a:r>
            <a:endParaRPr lang="en-US" dirty="0" smtClean="0"/>
          </a:p>
          <a:p>
            <a:r>
              <a:rPr lang="en-US" dirty="0" err="1" smtClean="0"/>
              <a:t>Informasi</a:t>
            </a:r>
            <a:r>
              <a:rPr lang="en-US" dirty="0" smtClean="0"/>
              <a:t> </a:t>
            </a:r>
            <a:r>
              <a:rPr lang="en-US" dirty="0" err="1" smtClean="0"/>
              <a:t>ketersediaan</a:t>
            </a:r>
            <a:r>
              <a:rPr lang="en-US" dirty="0" smtClean="0"/>
              <a:t> </a:t>
            </a:r>
            <a:r>
              <a:rPr lang="en-US" dirty="0" err="1" smtClean="0"/>
              <a:t>tempat</a:t>
            </a:r>
            <a:r>
              <a:rPr lang="en-US" dirty="0" smtClean="0"/>
              <a:t> </a:t>
            </a:r>
            <a:r>
              <a:rPr lang="en-US" dirty="0" err="1" smtClean="0"/>
              <a:t>tidur</a:t>
            </a:r>
            <a:r>
              <a:rPr lang="en-US" dirty="0" smtClean="0"/>
              <a:t> di RS.</a:t>
            </a:r>
          </a:p>
          <a:p>
            <a:r>
              <a:rPr lang="en-US" dirty="0" smtClean="0"/>
              <a:t>Mapping data</a:t>
            </a:r>
          </a:p>
          <a:p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Praktek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Uji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coba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melakukan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Integrasi</a:t>
            </a: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Menyusun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kode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aplikasi</a:t>
            </a: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Otomatisasi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83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Panduan</a:t>
            </a:r>
            <a:r>
              <a:rPr lang="en-US" dirty="0" smtClean="0"/>
              <a:t> </a:t>
            </a:r>
            <a:r>
              <a:rPr lang="en-US" dirty="0" err="1" smtClean="0"/>
              <a:t>Teknis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Panduan</a:t>
            </a:r>
            <a:r>
              <a:rPr lang="en-US" dirty="0" smtClean="0"/>
              <a:t> </a:t>
            </a:r>
            <a:r>
              <a:rPr lang="en-US" dirty="0" err="1" smtClean="0"/>
              <a:t>Teknis</a:t>
            </a:r>
            <a:r>
              <a:rPr lang="en-US" dirty="0" smtClean="0"/>
              <a:t> </a:t>
            </a:r>
            <a:r>
              <a:rPr lang="en-US" dirty="0" err="1" smtClean="0"/>
              <a:t>mengenai</a:t>
            </a:r>
            <a:r>
              <a:rPr lang="en-US" dirty="0" smtClean="0"/>
              <a:t> </a:t>
            </a:r>
            <a:r>
              <a:rPr lang="en-US" dirty="0" err="1" smtClean="0"/>
              <a:t>Siranap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dilihat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sirs.yankes.kemkes.go.id/sirsservice/start/ts</a:t>
            </a:r>
            <a:r>
              <a:rPr lang="en-US" dirty="0" smtClean="0"/>
              <a:t> </a:t>
            </a:r>
            <a:r>
              <a:rPr lang="en-US" dirty="0" err="1" smtClean="0"/>
              <a:t>bagian</a:t>
            </a:r>
            <a:r>
              <a:rPr lang="en-US" dirty="0" smtClean="0"/>
              <a:t> </a:t>
            </a:r>
            <a:r>
              <a:rPr lang="en-US" i="1" u="sng" dirty="0" smtClean="0"/>
              <a:t>‘Bed Monitor’</a:t>
            </a:r>
          </a:p>
          <a:p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Integrasi</a:t>
            </a:r>
            <a:r>
              <a:rPr lang="en-US" dirty="0" smtClean="0"/>
              <a:t> </a:t>
            </a:r>
            <a:r>
              <a:rPr lang="en-US" dirty="0" err="1" smtClean="0"/>
              <a:t>Siranap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dibuat</a:t>
            </a:r>
            <a:r>
              <a:rPr lang="en-US" dirty="0" smtClean="0"/>
              <a:t> </a:t>
            </a:r>
            <a:r>
              <a:rPr lang="en-US" dirty="0" err="1" smtClean="0"/>
              <a:t>terpisah</a:t>
            </a:r>
            <a:r>
              <a:rPr lang="en-US" dirty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SIMRS (</a:t>
            </a:r>
            <a:r>
              <a:rPr lang="en-US" i="1" dirty="0" err="1" smtClean="0"/>
              <a:t>hanya</a:t>
            </a:r>
            <a:r>
              <a:rPr lang="en-US" i="1" dirty="0" smtClean="0"/>
              <a:t> </a:t>
            </a:r>
            <a:r>
              <a:rPr lang="en-US" i="1" dirty="0" err="1" smtClean="0"/>
              <a:t>mengambil</a:t>
            </a:r>
            <a:r>
              <a:rPr lang="en-US" i="1" dirty="0" smtClean="0"/>
              <a:t> data </a:t>
            </a:r>
            <a:r>
              <a:rPr lang="en-US" i="1" dirty="0" err="1" smtClean="0"/>
              <a:t>dari</a:t>
            </a:r>
            <a:r>
              <a:rPr lang="en-US" i="1" dirty="0" smtClean="0"/>
              <a:t> SIMRS</a:t>
            </a:r>
            <a:r>
              <a:rPr lang="en-US" dirty="0" smtClean="0"/>
              <a:t>)</a:t>
            </a:r>
            <a:endParaRPr lang="en-US" i="1" dirty="0" smtClean="0"/>
          </a:p>
          <a:p>
            <a:r>
              <a:rPr lang="en-US" dirty="0" smtClean="0"/>
              <a:t>Ada </a:t>
            </a:r>
            <a:r>
              <a:rPr lang="en-US" dirty="0"/>
              <a:t>2 (</a:t>
            </a:r>
            <a:r>
              <a:rPr lang="en-US" dirty="0" err="1"/>
              <a:t>Dua</a:t>
            </a:r>
            <a:r>
              <a:rPr lang="en-US" dirty="0"/>
              <a:t>)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Integrasi</a:t>
            </a:r>
            <a:r>
              <a:rPr lang="en-US" dirty="0"/>
              <a:t> data yang </a:t>
            </a:r>
            <a:r>
              <a:rPr lang="en-US" dirty="0" err="1"/>
              <a:t>dikembangkan</a:t>
            </a:r>
            <a:r>
              <a:rPr lang="en-US" dirty="0"/>
              <a:t>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 smtClean="0"/>
              <a:t>Rumah</a:t>
            </a:r>
            <a:r>
              <a:rPr lang="en-US" dirty="0" smtClean="0"/>
              <a:t>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menyediakan</a:t>
            </a:r>
            <a:r>
              <a:rPr lang="en-US" dirty="0"/>
              <a:t> URL (Link API)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mempublish</a:t>
            </a:r>
            <a:r>
              <a:rPr lang="en-US" dirty="0"/>
              <a:t> data yang </a:t>
            </a:r>
            <a:r>
              <a:rPr lang="en-US" dirty="0" err="1" smtClean="0"/>
              <a:t>diintegrasikan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 smtClean="0"/>
              <a:t>Rumah</a:t>
            </a:r>
            <a:r>
              <a:rPr lang="en-US" dirty="0" smtClean="0"/>
              <a:t>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</a:t>
            </a:r>
            <a:r>
              <a:rPr lang="en-US" dirty="0" smtClean="0"/>
              <a:t>data </a:t>
            </a:r>
            <a:r>
              <a:rPr lang="en-US" dirty="0" err="1"/>
              <a:t>ke</a:t>
            </a:r>
            <a:r>
              <a:rPr lang="en-US" dirty="0"/>
              <a:t> SIRS Service </a:t>
            </a:r>
            <a:r>
              <a:rPr lang="en-US" dirty="0" err="1"/>
              <a:t>Ditjen</a:t>
            </a:r>
            <a:r>
              <a:rPr lang="en-US" dirty="0"/>
              <a:t> </a:t>
            </a:r>
            <a:r>
              <a:rPr lang="en-US" dirty="0" err="1"/>
              <a:t>Pelayanan</a:t>
            </a:r>
            <a:r>
              <a:rPr lang="en-US" dirty="0"/>
              <a:t> </a:t>
            </a:r>
            <a:r>
              <a:rPr lang="en-US" dirty="0" err="1"/>
              <a:t>Kesehatan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 smtClean="0"/>
              <a:t>diberikan</a:t>
            </a:r>
            <a:r>
              <a:rPr lang="en-US" dirty="0" smtClean="0"/>
              <a:t>.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 smtClean="0"/>
              <a:t>Pengiriman</a:t>
            </a:r>
            <a:r>
              <a:rPr lang="en-US" dirty="0" smtClean="0"/>
              <a:t> data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POST </a:t>
            </a:r>
            <a:r>
              <a:rPr lang="en-US" dirty="0" err="1" smtClean="0"/>
              <a:t>dengan</a:t>
            </a:r>
            <a:r>
              <a:rPr lang="en-US" dirty="0" smtClean="0"/>
              <a:t> header: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b="1" dirty="0" smtClean="0"/>
              <a:t>X-</a:t>
            </a:r>
            <a:r>
              <a:rPr lang="en-US" b="1" dirty="0" err="1" smtClean="0"/>
              <a:t>rs</a:t>
            </a:r>
            <a:r>
              <a:rPr lang="en-US" b="1" dirty="0" smtClean="0"/>
              <a:t>-id</a:t>
            </a: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smtClean="0">
                <a:sym typeface="Wingdings" panose="05000000000000000000" pitchFamily="2" charset="2"/>
              </a:rPr>
              <a:t> </a:t>
            </a:r>
            <a:r>
              <a:rPr lang="fi-FI" dirty="0"/>
              <a:t>Kode RS yang dikeluarkan oleh </a:t>
            </a:r>
            <a:r>
              <a:rPr lang="en-US" dirty="0" err="1" smtClean="0"/>
              <a:t>Kemenkes</a:t>
            </a:r>
            <a:endParaRPr lang="en-US" b="1" dirty="0" smtClean="0"/>
          </a:p>
          <a:p>
            <a:pPr marL="457200" lvl="1" indent="0">
              <a:buNone/>
            </a:pPr>
            <a:r>
              <a:rPr lang="en-US" b="1" dirty="0"/>
              <a:t>		</a:t>
            </a:r>
            <a:r>
              <a:rPr lang="en-US" b="1" dirty="0" smtClean="0"/>
              <a:t>X-pass</a:t>
            </a:r>
            <a:r>
              <a:rPr lang="en-US" dirty="0" smtClean="0"/>
              <a:t>			</a:t>
            </a:r>
            <a:r>
              <a:rPr lang="en-US" dirty="0" smtClean="0">
                <a:sym typeface="Wingdings" panose="05000000000000000000" pitchFamily="2" charset="2"/>
              </a:rPr>
              <a:t> Password yang </a:t>
            </a:r>
            <a:r>
              <a:rPr lang="en-US" dirty="0" err="1" smtClean="0">
                <a:sym typeface="Wingdings" panose="05000000000000000000" pitchFamily="2" charset="2"/>
              </a:rPr>
              <a:t>diencrypt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dengan</a:t>
            </a:r>
            <a:r>
              <a:rPr lang="en-US" dirty="0" smtClean="0">
                <a:sym typeface="Wingdings" panose="05000000000000000000" pitchFamily="2" charset="2"/>
              </a:rPr>
              <a:t> format MD5</a:t>
            </a:r>
            <a:endParaRPr lang="en-US" b="1" dirty="0" smtClean="0"/>
          </a:p>
          <a:p>
            <a:pPr marL="457200" lvl="1" indent="0">
              <a:buNone/>
            </a:pPr>
            <a:r>
              <a:rPr lang="en-US" b="1" dirty="0"/>
              <a:t>		</a:t>
            </a:r>
            <a:r>
              <a:rPr lang="en-US" b="1" dirty="0" smtClean="0"/>
              <a:t>Content-Type</a:t>
            </a:r>
            <a:r>
              <a:rPr lang="en-US" dirty="0" smtClean="0"/>
              <a:t>		</a:t>
            </a:r>
            <a:r>
              <a:rPr lang="en-US" dirty="0" smtClean="0">
                <a:sym typeface="Wingdings" panose="05000000000000000000" pitchFamily="2" charset="2"/>
              </a:rPr>
              <a:t> application/xml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80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Langkah-langkah</a:t>
            </a:r>
            <a:r>
              <a:rPr lang="en-US" dirty="0" smtClean="0"/>
              <a:t> </a:t>
            </a:r>
            <a:r>
              <a:rPr lang="en-US" dirty="0" err="1" smtClean="0"/>
              <a:t>Integrasi</a:t>
            </a:r>
            <a:r>
              <a:rPr lang="en-US" dirty="0" smtClean="0"/>
              <a:t> </a:t>
            </a:r>
            <a:r>
              <a:rPr lang="en-US" dirty="0" err="1" smtClean="0"/>
              <a:t>Siranap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Mempelajari</a:t>
            </a:r>
            <a:r>
              <a:rPr lang="en-US" dirty="0" smtClean="0"/>
              <a:t> </a:t>
            </a:r>
            <a:r>
              <a:rPr lang="en-US" dirty="0" err="1" smtClean="0"/>
              <a:t>Petunjuk</a:t>
            </a:r>
            <a:r>
              <a:rPr lang="en-US" dirty="0" smtClean="0"/>
              <a:t> </a:t>
            </a:r>
            <a:r>
              <a:rPr lang="en-US" dirty="0" err="1" smtClean="0"/>
              <a:t>Teknis</a:t>
            </a:r>
            <a:r>
              <a:rPr lang="en-US" dirty="0" smtClean="0"/>
              <a:t> (</a:t>
            </a:r>
            <a:r>
              <a:rPr lang="en-US" dirty="0" err="1" smtClean="0"/>
              <a:t>Juknis</a:t>
            </a:r>
            <a:r>
              <a:rPr lang="en-US" dirty="0" smtClean="0"/>
              <a:t>).</a:t>
            </a:r>
          </a:p>
          <a:p>
            <a:r>
              <a:rPr lang="en-US" dirty="0" err="1" smtClean="0"/>
              <a:t>Menyiapkan</a:t>
            </a:r>
            <a:r>
              <a:rPr lang="en-US" dirty="0" smtClean="0"/>
              <a:t> data </a:t>
            </a:r>
            <a:r>
              <a:rPr lang="en-US" dirty="0" err="1" smtClean="0"/>
              <a:t>ketersediaan</a:t>
            </a:r>
            <a:r>
              <a:rPr lang="en-US" dirty="0" smtClean="0"/>
              <a:t> </a:t>
            </a:r>
            <a:r>
              <a:rPr lang="en-US" dirty="0" err="1" smtClean="0"/>
              <a:t>tempat</a:t>
            </a:r>
            <a:r>
              <a:rPr lang="en-US" dirty="0" smtClean="0"/>
              <a:t> </a:t>
            </a:r>
            <a:r>
              <a:rPr lang="en-US" dirty="0" err="1" smtClean="0"/>
              <a:t>tidur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i="1" dirty="0" smtClean="0"/>
              <a:t>batch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i="1" dirty="0" smtClean="0"/>
              <a:t>real time.</a:t>
            </a:r>
            <a:endParaRPr lang="en-US" dirty="0" smtClean="0"/>
          </a:p>
          <a:p>
            <a:r>
              <a:rPr lang="nn-NO" dirty="0" smtClean="0"/>
              <a:t>Integrasi data dengan Siranap, menggunakan salah satu atau keduanya dari 2 metode: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/>
              <a:t>API URL/ Link Web Service Yang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nn-NO" dirty="0"/>
          </a:p>
          <a:p>
            <a:pPr marL="800100" lvl="1" indent="-342900">
              <a:buFont typeface="+mj-lt"/>
              <a:buAutoNum type="arabicParenR"/>
            </a:pPr>
            <a:r>
              <a:rPr lang="nn-NO" dirty="0" smtClean="0"/>
              <a:t>Mengirimkan </a:t>
            </a:r>
            <a:r>
              <a:rPr lang="nn-NO" dirty="0"/>
              <a:t>Data Ke Web Service Ditjen Pelayanan Kesehatan </a:t>
            </a:r>
            <a:endParaRPr lang="nn-NO" dirty="0" smtClean="0"/>
          </a:p>
          <a:p>
            <a:pPr marL="400050"/>
            <a:r>
              <a:rPr lang="nn-NO" dirty="0" smtClean="0"/>
              <a:t>Melakukan otomasi pengiriman berkala minimal 2 kali perhari bagi metode nomor 2.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99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Struktur</a:t>
            </a:r>
            <a:r>
              <a:rPr lang="en-US" dirty="0" smtClean="0"/>
              <a:t> Database </a:t>
            </a:r>
            <a:r>
              <a:rPr lang="en-US" dirty="0" err="1" smtClean="0"/>
              <a:t>Siranap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756647" y="1905000"/>
            <a:ext cx="2232212" cy="1591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u="sng" dirty="0" err="1" smtClean="0"/>
              <a:t>Tipe_Kelas_Ruang</a:t>
            </a:r>
            <a:endParaRPr lang="en-US" b="1" u="sng" dirty="0" smtClean="0"/>
          </a:p>
          <a:p>
            <a:pPr algn="just"/>
            <a:r>
              <a:rPr lang="en-US" dirty="0" smtClean="0"/>
              <a:t>No</a:t>
            </a:r>
          </a:p>
          <a:p>
            <a:pPr algn="just"/>
            <a:r>
              <a:rPr lang="en-US" dirty="0" err="1" smtClean="0"/>
              <a:t>kode_ruang</a:t>
            </a:r>
            <a:endParaRPr lang="en-US" dirty="0" smtClean="0"/>
          </a:p>
          <a:p>
            <a:pPr algn="just"/>
            <a:r>
              <a:rPr lang="en-US" dirty="0" err="1" smtClean="0"/>
              <a:t>Kode</a:t>
            </a:r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56647" y="3748955"/>
            <a:ext cx="2232212" cy="1591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u="sng" dirty="0" err="1" smtClean="0"/>
              <a:t>Tipe_Pasien</a:t>
            </a:r>
            <a:endParaRPr lang="en-US" b="1" u="sng" dirty="0" smtClean="0"/>
          </a:p>
          <a:p>
            <a:pPr algn="just"/>
            <a:r>
              <a:rPr lang="en-US" dirty="0" smtClean="0"/>
              <a:t>No</a:t>
            </a:r>
          </a:p>
          <a:p>
            <a:pPr algn="just"/>
            <a:r>
              <a:rPr lang="en-US" dirty="0" err="1" smtClean="0"/>
              <a:t>Tipe</a:t>
            </a:r>
            <a:r>
              <a:rPr lang="en-US" dirty="0" smtClean="0"/>
              <a:t> </a:t>
            </a:r>
            <a:r>
              <a:rPr lang="en-US" dirty="0" err="1" smtClean="0"/>
              <a:t>Pasien</a:t>
            </a:r>
            <a:endParaRPr lang="en-US" dirty="0" smtClean="0"/>
          </a:p>
          <a:p>
            <a:pPr algn="just"/>
            <a:r>
              <a:rPr lang="en-US" dirty="0" err="1" smtClean="0"/>
              <a:t>Kode</a:t>
            </a:r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048768" y="1900518"/>
            <a:ext cx="2276767" cy="3316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u="sng" dirty="0" err="1" smtClean="0"/>
              <a:t>Transaksi_Siranap</a:t>
            </a:r>
            <a:endParaRPr lang="en-US" b="1" u="sng" dirty="0" smtClean="0"/>
          </a:p>
          <a:p>
            <a:pPr algn="just"/>
            <a:r>
              <a:rPr lang="en-US" dirty="0" err="1" smtClean="0"/>
              <a:t>kode_ruang</a:t>
            </a:r>
            <a:endParaRPr lang="en-US" dirty="0" smtClean="0"/>
          </a:p>
          <a:p>
            <a:pPr algn="just"/>
            <a:r>
              <a:rPr lang="en-US" dirty="0" err="1"/>
              <a:t>tipe_pasien</a:t>
            </a:r>
            <a:endParaRPr lang="en-US" dirty="0" smtClean="0"/>
          </a:p>
          <a:p>
            <a:pPr algn="just"/>
            <a:r>
              <a:rPr lang="en-US" dirty="0" err="1" smtClean="0"/>
              <a:t>total_TT</a:t>
            </a:r>
            <a:endParaRPr lang="en-US" dirty="0" smtClean="0"/>
          </a:p>
          <a:p>
            <a:pPr algn="just"/>
            <a:r>
              <a:rPr lang="en-US" dirty="0" err="1" smtClean="0"/>
              <a:t>terpakai_male</a:t>
            </a:r>
            <a:endParaRPr lang="en-US" dirty="0" smtClean="0"/>
          </a:p>
          <a:p>
            <a:pPr algn="just"/>
            <a:r>
              <a:rPr lang="en-US" dirty="0" err="1" smtClean="0"/>
              <a:t>terpakai_female</a:t>
            </a:r>
            <a:endParaRPr lang="en-US" dirty="0" smtClean="0"/>
          </a:p>
          <a:p>
            <a:pPr algn="just"/>
            <a:r>
              <a:rPr lang="en-US" dirty="0" err="1" smtClean="0"/>
              <a:t>kosong_male</a:t>
            </a:r>
            <a:endParaRPr lang="en-US" dirty="0" smtClean="0"/>
          </a:p>
          <a:p>
            <a:pPr algn="just"/>
            <a:r>
              <a:rPr lang="en-US" dirty="0" err="1" smtClean="0"/>
              <a:t>kosong_female</a:t>
            </a:r>
            <a:endParaRPr lang="en-US" dirty="0" smtClean="0"/>
          </a:p>
          <a:p>
            <a:pPr algn="just"/>
            <a:r>
              <a:rPr lang="en-US" dirty="0" smtClean="0"/>
              <a:t>Waiting</a:t>
            </a:r>
          </a:p>
          <a:p>
            <a:pPr algn="just"/>
            <a:r>
              <a:rPr lang="en-US" dirty="0" err="1"/>
              <a:t>tgl_update</a:t>
            </a:r>
            <a:endParaRPr lang="en-US" dirty="0" smtClean="0"/>
          </a:p>
          <a:p>
            <a:pPr algn="just"/>
            <a:endParaRPr lang="en-US" dirty="0"/>
          </a:p>
        </p:txBody>
      </p:sp>
      <p:cxnSp>
        <p:nvCxnSpPr>
          <p:cNvPr id="14" name="Elbow Connector 13"/>
          <p:cNvCxnSpPr>
            <a:stCxn id="6" idx="3"/>
          </p:cNvCxnSpPr>
          <p:nvPr/>
        </p:nvCxnSpPr>
        <p:spPr>
          <a:xfrm flipV="1">
            <a:off x="4988859" y="2447365"/>
            <a:ext cx="2059909" cy="253253"/>
          </a:xfrm>
          <a:prstGeom prst="bentConnector3">
            <a:avLst>
              <a:gd name="adj1" fmla="val 264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7" idx="3"/>
          </p:cNvCxnSpPr>
          <p:nvPr/>
        </p:nvCxnSpPr>
        <p:spPr>
          <a:xfrm flipV="1">
            <a:off x="4988859" y="2700618"/>
            <a:ext cx="2059909" cy="1843955"/>
          </a:xfrm>
          <a:prstGeom prst="bentConnector3">
            <a:avLst>
              <a:gd name="adj1" fmla="val 597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767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Master </a:t>
            </a:r>
            <a:r>
              <a:rPr lang="en-US" dirty="0" err="1" smtClean="0"/>
              <a:t>Kelas</a:t>
            </a:r>
            <a:r>
              <a:rPr lang="en-US" dirty="0" smtClean="0"/>
              <a:t>/</a:t>
            </a:r>
            <a:r>
              <a:rPr lang="en-US" dirty="0" err="1" smtClean="0"/>
              <a:t>Ruang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3027335"/>
              </p:ext>
            </p:extLst>
          </p:nvPr>
        </p:nvGraphicFramePr>
        <p:xfrm>
          <a:off x="2589213" y="2133600"/>
          <a:ext cx="89154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Kode_ruang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Kode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 VIP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Kelas</a:t>
                      </a:r>
                      <a:r>
                        <a:rPr lang="en-US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Kelas</a:t>
                      </a:r>
                      <a:r>
                        <a:rPr lang="en-US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Kelas</a:t>
                      </a:r>
                      <a:r>
                        <a:rPr lang="en-US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Intermediate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Isolasi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Rawat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Khusus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27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27" y="1490385"/>
            <a:ext cx="3513221" cy="1156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Master </a:t>
            </a:r>
            <a:r>
              <a:rPr lang="en-US" dirty="0" err="1" smtClean="0"/>
              <a:t>Tipe</a:t>
            </a:r>
            <a:r>
              <a:rPr lang="en-US" dirty="0" smtClean="0"/>
              <a:t> </a:t>
            </a:r>
            <a:r>
              <a:rPr lang="en-US" dirty="0" err="1" smtClean="0"/>
              <a:t>Pasien</a:t>
            </a:r>
            <a:r>
              <a:rPr lang="en-US" dirty="0" smtClean="0"/>
              <a:t> (1)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999092"/>
              </p:ext>
            </p:extLst>
          </p:nvPr>
        </p:nvGraphicFramePr>
        <p:xfrm>
          <a:off x="4018548" y="202368"/>
          <a:ext cx="7462002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043"/>
                <a:gridCol w="3434625"/>
                <a:gridCol w="24873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Tipe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Pasien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Kode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Umum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Anak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Anak</a:t>
                      </a:r>
                      <a:r>
                        <a:rPr lang="en-US" dirty="0" smtClean="0"/>
                        <a:t> (Luka </a:t>
                      </a:r>
                      <a:r>
                        <a:rPr lang="en-US" dirty="0" err="1" smtClean="0"/>
                        <a:t>Bakar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Penyakit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Dalam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Kebidanan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Kandungan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Bedah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Kanker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Paru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Jantung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Orthopedi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Kulit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Kelamin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Syaraf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2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27" y="1490385"/>
            <a:ext cx="3513221" cy="1156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Master </a:t>
            </a:r>
            <a:r>
              <a:rPr lang="en-US" dirty="0" err="1" smtClean="0"/>
              <a:t>Tipe</a:t>
            </a:r>
            <a:r>
              <a:rPr lang="en-US" dirty="0" smtClean="0"/>
              <a:t> </a:t>
            </a:r>
            <a:r>
              <a:rPr lang="en-US" dirty="0" err="1" smtClean="0"/>
              <a:t>Pasien</a:t>
            </a:r>
            <a:r>
              <a:rPr lang="en-US" dirty="0" smtClean="0"/>
              <a:t> (2)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9972"/>
              </p:ext>
            </p:extLst>
          </p:nvPr>
        </p:nvGraphicFramePr>
        <p:xfrm>
          <a:off x="4018549" y="202368"/>
          <a:ext cx="7462002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043"/>
                <a:gridCol w="3434625"/>
                <a:gridCol w="24873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Tipe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Pasien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Kode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Jiwa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Infeksi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Luka </a:t>
                      </a:r>
                      <a:r>
                        <a:rPr lang="en-US" dirty="0" err="1" smtClean="0"/>
                        <a:t>Bakar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Napza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Isolasi</a:t>
                      </a:r>
                      <a:r>
                        <a:rPr lang="en-US" dirty="0" smtClean="0"/>
                        <a:t> Air Borne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Isolasi</a:t>
                      </a:r>
                      <a:r>
                        <a:rPr lang="en-US" dirty="0" smtClean="0"/>
                        <a:t> TB MDR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Kusta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Isolasi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Imunitas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Menurun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Isolasi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Radioaktif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ICU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NICU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PICU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CVCU/ICCU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RICU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HCU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0029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18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Transaksi_Siranap</a:t>
            </a:r>
            <a:r>
              <a:rPr lang="en-US" dirty="0" smtClean="0"/>
              <a:t> (</a:t>
            </a:r>
            <a:r>
              <a:rPr lang="en-US" dirty="0" err="1" smtClean="0"/>
              <a:t>contoh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1602635"/>
              </p:ext>
            </p:extLst>
          </p:nvPr>
        </p:nvGraphicFramePr>
        <p:xfrm>
          <a:off x="578226" y="2133600"/>
          <a:ext cx="1144344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103"/>
                <a:gridCol w="1129553"/>
                <a:gridCol w="887506"/>
                <a:gridCol w="1371600"/>
                <a:gridCol w="1546412"/>
                <a:gridCol w="1196788"/>
                <a:gridCol w="1425388"/>
                <a:gridCol w="847165"/>
                <a:gridCol w="192293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Kode_ruang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Tipe_pasien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total_TT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terpakai_male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terpakai_female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kosong_male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kosong_female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waiting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tgl_update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0004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0014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2017-07-13 08:10:56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0005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0006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2017-07-13 08:10:56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0003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0004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2017-07-13 08:10:56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0002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0006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2017-07-13 08:10:56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49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Informasi</a:t>
            </a:r>
            <a:r>
              <a:rPr lang="en-US" dirty="0" smtClean="0"/>
              <a:t> </a:t>
            </a:r>
            <a:r>
              <a:rPr lang="en-US" dirty="0" err="1" smtClean="0"/>
              <a:t>Ketersediaan</a:t>
            </a:r>
            <a:r>
              <a:rPr lang="en-US" dirty="0" smtClean="0"/>
              <a:t> </a:t>
            </a:r>
            <a:r>
              <a:rPr lang="en-US" dirty="0" err="1" smtClean="0"/>
              <a:t>tempat</a:t>
            </a:r>
            <a:r>
              <a:rPr lang="en-US" dirty="0" smtClean="0"/>
              <a:t> </a:t>
            </a:r>
            <a:r>
              <a:rPr lang="en-US" dirty="0" err="1" smtClean="0"/>
              <a:t>tidur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434985"/>
            <a:ext cx="7547903" cy="42436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36497" y="5806817"/>
            <a:ext cx="4259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http://info.simetris.net/informasi/bed</a:t>
            </a:r>
          </a:p>
        </p:txBody>
      </p:sp>
    </p:spTree>
    <p:extLst>
      <p:ext uri="{BB962C8B-B14F-4D97-AF65-F5344CB8AC3E}">
        <p14:creationId xmlns:p14="http://schemas.microsoft.com/office/powerpoint/2010/main" val="292677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Perbandingan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Integrasi</a:t>
            </a:r>
            <a:r>
              <a:rPr lang="en-US" dirty="0" smtClean="0"/>
              <a:t> data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Siranap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8432824"/>
              </p:ext>
            </p:extLst>
          </p:nvPr>
        </p:nvGraphicFramePr>
        <p:xfrm>
          <a:off x="2589213" y="2133600"/>
          <a:ext cx="891540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Mengirimkan</a:t>
                      </a:r>
                      <a:r>
                        <a:rPr lang="en-US" dirty="0" smtClean="0"/>
                        <a:t> Data </a:t>
                      </a:r>
                      <a:r>
                        <a:rPr lang="en-US" dirty="0" err="1" smtClean="0"/>
                        <a:t>Ke</a:t>
                      </a:r>
                      <a:r>
                        <a:rPr lang="en-US" dirty="0" smtClean="0"/>
                        <a:t> Web Service </a:t>
                      </a:r>
                      <a:r>
                        <a:rPr lang="en-US" dirty="0" err="1" smtClean="0"/>
                        <a:t>Ditjen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Pelayanan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Kesehatan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Menggunakan</a:t>
                      </a:r>
                      <a:r>
                        <a:rPr lang="en-US" dirty="0" smtClean="0"/>
                        <a:t> API URL/ Link Web Service Yang </a:t>
                      </a:r>
                      <a:r>
                        <a:rPr lang="en-US" dirty="0" err="1" smtClean="0"/>
                        <a:t>dikembangkan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Oleh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Rumah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Sakit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RS yang </a:t>
                      </a:r>
                      <a:r>
                        <a:rPr lang="en-US" dirty="0" err="1" smtClean="0"/>
                        <a:t>melakukan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pengiriman</a:t>
                      </a:r>
                      <a:r>
                        <a:rPr lang="en-US" dirty="0" smtClean="0"/>
                        <a:t> data.</a:t>
                      </a:r>
                    </a:p>
                    <a:p>
                      <a:r>
                        <a:rPr lang="en-US" dirty="0" smtClean="0"/>
                        <a:t>Minimal 2 kali </a:t>
                      </a:r>
                      <a:r>
                        <a:rPr lang="en-US" dirty="0" err="1" smtClean="0"/>
                        <a:t>sehari</a:t>
                      </a:r>
                      <a:r>
                        <a:rPr lang="en-US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Siranap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melakukan</a:t>
                      </a:r>
                      <a:r>
                        <a:rPr lang="en-US" dirty="0" smtClean="0"/>
                        <a:t> request GET </a:t>
                      </a:r>
                      <a:r>
                        <a:rPr lang="en-US" dirty="0" err="1" smtClean="0"/>
                        <a:t>ke</a:t>
                      </a:r>
                      <a:r>
                        <a:rPr lang="en-US" dirty="0" smtClean="0"/>
                        <a:t> WS </a:t>
                      </a:r>
                      <a:r>
                        <a:rPr lang="en-US" dirty="0" err="1" smtClean="0"/>
                        <a:t>milik</a:t>
                      </a:r>
                      <a:r>
                        <a:rPr lang="en-US" dirty="0" smtClean="0"/>
                        <a:t> RS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Dapat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dilakukan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secara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mandiri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oleh</a:t>
                      </a:r>
                      <a:r>
                        <a:rPr lang="en-US" dirty="0" smtClean="0"/>
                        <a:t> 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Harus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melakukan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konfirmasi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pihak</a:t>
                      </a:r>
                      <a:r>
                        <a:rPr lang="en-US" dirty="0" smtClean="0"/>
                        <a:t> IT </a:t>
                      </a:r>
                      <a:r>
                        <a:rPr lang="en-US" dirty="0" err="1" smtClean="0"/>
                        <a:t>Ditjen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Yankes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didaftarkan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Tidak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memerlukan</a:t>
                      </a:r>
                      <a:r>
                        <a:rPr lang="en-US" baseline="0" dirty="0" smtClean="0"/>
                        <a:t> IP </a:t>
                      </a:r>
                      <a:r>
                        <a:rPr lang="en-US" baseline="0" dirty="0" err="1" smtClean="0"/>
                        <a:t>Publik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Harus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memiliki</a:t>
                      </a:r>
                      <a:r>
                        <a:rPr lang="en-US" dirty="0" smtClean="0"/>
                        <a:t> IP </a:t>
                      </a:r>
                      <a:r>
                        <a:rPr lang="en-US" dirty="0" err="1" smtClean="0"/>
                        <a:t>Publik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</a:t>
                      </a:r>
                      <a:r>
                        <a:rPr lang="en-US" dirty="0" err="1" smtClean="0"/>
                        <a:t>tidak</a:t>
                      </a:r>
                      <a:r>
                        <a:rPr lang="en-US" dirty="0" smtClean="0"/>
                        <a:t> </a:t>
                      </a:r>
                      <a:r>
                        <a:rPr lang="en-US" i="1" dirty="0" err="1" smtClean="0"/>
                        <a:t>realtime</a:t>
                      </a:r>
                      <a:r>
                        <a:rPr lang="en-US" i="1" dirty="0" smtClean="0"/>
                        <a:t>.</a:t>
                      </a:r>
                      <a:r>
                        <a:rPr lang="en-US" i="0" dirty="0" smtClean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err="1" smtClean="0"/>
                        <a:t>Realtime</a:t>
                      </a:r>
                      <a:r>
                        <a:rPr lang="en-US" i="0" dirty="0" smtClean="0"/>
                        <a:t> </a:t>
                      </a:r>
                      <a:r>
                        <a:rPr lang="en-US" i="0" dirty="0" err="1" smtClean="0"/>
                        <a:t>berdasarkan</a:t>
                      </a:r>
                      <a:r>
                        <a:rPr lang="en-US" i="0" dirty="0" smtClean="0"/>
                        <a:t> request </a:t>
                      </a:r>
                      <a:r>
                        <a:rPr lang="en-US" i="0" dirty="0" err="1" smtClean="0"/>
                        <a:t>dari</a:t>
                      </a:r>
                      <a:r>
                        <a:rPr lang="en-US" i="0" dirty="0" smtClean="0"/>
                        <a:t> </a:t>
                      </a:r>
                      <a:r>
                        <a:rPr lang="en-US" i="0" dirty="0" err="1" smtClean="0"/>
                        <a:t>Siranap</a:t>
                      </a:r>
                      <a:endParaRPr lang="en-US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i="0" dirty="0" smtClean="0"/>
                        <a:t>Format data 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0" dirty="0" smtClean="0"/>
                        <a:t>Format</a:t>
                      </a:r>
                      <a:r>
                        <a:rPr lang="en-US" i="0" baseline="0" dirty="0" smtClean="0"/>
                        <a:t> data JSON </a:t>
                      </a:r>
                      <a:r>
                        <a:rPr lang="en-US" i="0" baseline="0" dirty="0" err="1" smtClean="0"/>
                        <a:t>atau</a:t>
                      </a:r>
                      <a:r>
                        <a:rPr lang="en-US" i="0" baseline="0" dirty="0" smtClean="0"/>
                        <a:t> XML</a:t>
                      </a:r>
                      <a:endParaRPr lang="en-US" i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9381" y="3292891"/>
            <a:ext cx="8195063" cy="1459667"/>
          </a:xfrm>
          <a:prstGeom prst="rect">
            <a:avLst/>
          </a:prstGeom>
        </p:spPr>
      </p:pic>
      <p:sp>
        <p:nvSpPr>
          <p:cNvPr id="6" name="Curved Down Arrow 5"/>
          <p:cNvSpPr/>
          <p:nvPr/>
        </p:nvSpPr>
        <p:spPr>
          <a:xfrm>
            <a:off x="5634682" y="1919415"/>
            <a:ext cx="4917989" cy="116153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45816" y="1488528"/>
            <a:ext cx="30957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n-NO" sz="1100" dirty="0" smtClean="0">
                <a:latin typeface="Arial Rounded MT Bold" panose="020F0704030504030204" pitchFamily="34" charset="0"/>
              </a:rPr>
              <a:t>RS melakukan POST Data </a:t>
            </a:r>
            <a:r>
              <a:rPr lang="nn-NO" sz="1100" dirty="0">
                <a:latin typeface="Arial Rounded MT Bold" panose="020F0704030504030204" pitchFamily="34" charset="0"/>
              </a:rPr>
              <a:t>Ke Web Service </a:t>
            </a:r>
            <a:endParaRPr lang="nn-NO" sz="1100" dirty="0" smtClean="0">
              <a:latin typeface="Arial Rounded MT Bold" panose="020F0704030504030204" pitchFamily="34" charset="0"/>
            </a:endParaRPr>
          </a:p>
          <a:p>
            <a:pPr algn="ctr"/>
            <a:r>
              <a:rPr lang="nn-NO" sz="1100" dirty="0" smtClean="0">
                <a:latin typeface="Arial Rounded MT Bold" panose="020F0704030504030204" pitchFamily="34" charset="0"/>
              </a:rPr>
              <a:t>Ditjen </a:t>
            </a:r>
            <a:r>
              <a:rPr lang="nn-NO" sz="1100" dirty="0">
                <a:latin typeface="Arial Rounded MT Bold" panose="020F0704030504030204" pitchFamily="34" charset="0"/>
              </a:rPr>
              <a:t>Pelayanan Kesehatan</a:t>
            </a:r>
            <a:endParaRPr lang="en-US" sz="1100" dirty="0">
              <a:latin typeface="Arial Rounded MT Bold" panose="020F07040305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862" y="4108065"/>
            <a:ext cx="627715" cy="6277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3307" y="4674913"/>
            <a:ext cx="26388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smtClean="0">
                <a:latin typeface="Arial Rounded MT Bold" panose="020F0704030504030204" pitchFamily="34" charset="0"/>
              </a:rPr>
              <a:t>RS </a:t>
            </a:r>
            <a:r>
              <a:rPr lang="en-US" sz="1100" dirty="0" err="1" smtClean="0">
                <a:latin typeface="Arial Rounded MT Bold" panose="020F0704030504030204" pitchFamily="34" charset="0"/>
              </a:rPr>
              <a:t>menyediakan</a:t>
            </a:r>
            <a:r>
              <a:rPr lang="en-US" sz="1100" dirty="0" smtClean="0">
                <a:latin typeface="Arial Rounded MT Bold" panose="020F0704030504030204" pitchFamily="34" charset="0"/>
              </a:rPr>
              <a:t> Web Service </a:t>
            </a:r>
          </a:p>
          <a:p>
            <a:pPr algn="ctr"/>
            <a:r>
              <a:rPr lang="en-US" sz="1100" dirty="0" err="1" smtClean="0">
                <a:latin typeface="Arial Rounded MT Bold" panose="020F0704030504030204" pitchFamily="34" charset="0"/>
              </a:rPr>
              <a:t>Informasi</a:t>
            </a:r>
            <a:r>
              <a:rPr lang="en-US" sz="1100" dirty="0" smtClean="0">
                <a:latin typeface="Arial Rounded MT Bold" panose="020F0704030504030204" pitchFamily="34" charset="0"/>
              </a:rPr>
              <a:t> </a:t>
            </a:r>
            <a:r>
              <a:rPr lang="en-US" sz="1100" dirty="0" err="1" smtClean="0">
                <a:latin typeface="Arial Rounded MT Bold" panose="020F0704030504030204" pitchFamily="34" charset="0"/>
              </a:rPr>
              <a:t>ketersediaan</a:t>
            </a:r>
            <a:r>
              <a:rPr lang="en-US" sz="1100" dirty="0" smtClean="0">
                <a:latin typeface="Arial Rounded MT Bold" panose="020F0704030504030204" pitchFamily="34" charset="0"/>
              </a:rPr>
              <a:t> </a:t>
            </a:r>
            <a:r>
              <a:rPr lang="en-US" sz="1100" dirty="0" err="1" smtClean="0">
                <a:latin typeface="Arial Rounded MT Bold" panose="020F0704030504030204" pitchFamily="34" charset="0"/>
              </a:rPr>
              <a:t>tempat</a:t>
            </a:r>
            <a:r>
              <a:rPr lang="en-US" sz="1100" dirty="0" smtClean="0">
                <a:latin typeface="Arial Rounded MT Bold" panose="020F0704030504030204" pitchFamily="34" charset="0"/>
              </a:rPr>
              <a:t> </a:t>
            </a:r>
            <a:r>
              <a:rPr lang="en-US" sz="1100" dirty="0" err="1" smtClean="0">
                <a:latin typeface="Arial Rounded MT Bold" panose="020F0704030504030204" pitchFamily="34" charset="0"/>
              </a:rPr>
              <a:t>tidur</a:t>
            </a:r>
            <a:endParaRPr lang="en-US" sz="1100" dirty="0">
              <a:latin typeface="Arial Rounded MT Bold" panose="020F070403050403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516" y="3017856"/>
            <a:ext cx="627715" cy="627715"/>
          </a:xfrm>
          <a:prstGeom prst="rect">
            <a:avLst/>
          </a:prstGeom>
        </p:spPr>
      </p:pic>
      <p:sp>
        <p:nvSpPr>
          <p:cNvPr id="12" name="Curved Down Arrow 11"/>
          <p:cNvSpPr/>
          <p:nvPr/>
        </p:nvSpPr>
        <p:spPr>
          <a:xfrm rot="10800000">
            <a:off x="5762369" y="5027593"/>
            <a:ext cx="4917989" cy="116153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914" y="6189129"/>
            <a:ext cx="25010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n-NO" sz="1100" dirty="0" smtClean="0">
                <a:latin typeface="Arial Rounded MT Bold" panose="020F0704030504030204" pitchFamily="34" charset="0"/>
              </a:rPr>
              <a:t>Siranap Ditjen Yankes melakukan </a:t>
            </a:r>
          </a:p>
          <a:p>
            <a:pPr algn="ctr"/>
            <a:r>
              <a:rPr lang="nn-NO" sz="1100" dirty="0" smtClean="0">
                <a:latin typeface="Arial Rounded MT Bold" panose="020F0704030504030204" pitchFamily="34" charset="0"/>
              </a:rPr>
              <a:t>request data ke Web Service RS</a:t>
            </a:r>
            <a:endParaRPr lang="en-US" sz="1100" dirty="0">
              <a:latin typeface="Arial Rounded MT Bold" panose="020F07040305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77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base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Dekstop</a:t>
            </a:r>
            <a:r>
              <a:rPr lang="en-US" dirty="0" smtClean="0"/>
              <a:t> base?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093851"/>
              </p:ext>
            </p:extLst>
          </p:nvPr>
        </p:nvGraphicFramePr>
        <p:xfrm>
          <a:off x="2589213" y="2133600"/>
          <a:ext cx="891540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Web 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Desktop base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Membutuhkan</a:t>
                      </a:r>
                      <a:r>
                        <a:rPr lang="en-US" dirty="0" smtClean="0"/>
                        <a:t> Web Server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Tidak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membutuhkan</a:t>
                      </a:r>
                      <a:r>
                        <a:rPr lang="en-US" baseline="0" dirty="0" smtClean="0"/>
                        <a:t> Web Server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Untuk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menjalankanya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</a:t>
                      </a:r>
                      <a:r>
                        <a:rPr lang="en-US" dirty="0" err="1" smtClean="0"/>
                        <a:t>embutuhkan</a:t>
                      </a:r>
                      <a:r>
                        <a:rPr lang="en-US" dirty="0" smtClean="0"/>
                        <a:t> browser </a:t>
                      </a:r>
                      <a:r>
                        <a:rPr lang="en-US" dirty="0" err="1" smtClean="0"/>
                        <a:t>atau</a:t>
                      </a:r>
                      <a:r>
                        <a:rPr lang="en-US" dirty="0" smtClean="0"/>
                        <a:t> http/https interpreter (</a:t>
                      </a:r>
                      <a:r>
                        <a:rPr lang="en-US" i="1" dirty="0" err="1" smtClean="0">
                          <a:hlinkClick r:id="rId2"/>
                        </a:rPr>
                        <a:t>wget</a:t>
                      </a:r>
                      <a:r>
                        <a:rPr lang="en-US" i="1" dirty="0" smtClean="0"/>
                        <a:t>, </a:t>
                      </a:r>
                      <a:r>
                        <a:rPr lang="en-US" i="1" dirty="0" smtClean="0">
                          <a:hlinkClick r:id="rId3"/>
                        </a:rPr>
                        <a:t>curl</a:t>
                      </a:r>
                      <a:r>
                        <a:rPr lang="en-US" i="1" dirty="0" smtClean="0"/>
                        <a:t>, </a:t>
                      </a:r>
                      <a:r>
                        <a:rPr lang="en-US" i="1" dirty="0" smtClean="0">
                          <a:hlinkClick r:id="rId4"/>
                        </a:rPr>
                        <a:t>lynx</a:t>
                      </a:r>
                      <a:r>
                        <a:rPr lang="en-US" i="1" dirty="0" smtClean="0"/>
                        <a:t> </a:t>
                      </a:r>
                      <a:r>
                        <a:rPr lang="en-US" i="1" dirty="0" err="1" smtClean="0"/>
                        <a:t>dll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Tidak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membutuhkan</a:t>
                      </a:r>
                      <a:r>
                        <a:rPr lang="en-US" baseline="0" dirty="0" smtClean="0"/>
                        <a:t> browser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ASP, PHP, JSP </a:t>
                      </a:r>
                      <a:r>
                        <a:rPr lang="en-US" dirty="0" err="1" smtClean="0"/>
                        <a:t>dlll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VB, Delphi, Java </a:t>
                      </a:r>
                      <a:r>
                        <a:rPr lang="en-US" dirty="0" err="1" smtClean="0"/>
                        <a:t>dll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81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Implementasi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Post data </a:t>
            </a:r>
            <a:r>
              <a:rPr lang="en-US" dirty="0" err="1" smtClean="0"/>
              <a:t>ke</a:t>
            </a:r>
            <a:r>
              <a:rPr lang="en-US" dirty="0" smtClean="0"/>
              <a:t> Web Service </a:t>
            </a:r>
            <a:r>
              <a:rPr lang="en-US" dirty="0" err="1" smtClean="0"/>
              <a:t>Ditjen</a:t>
            </a:r>
            <a:r>
              <a:rPr lang="en-US" dirty="0" smtClean="0"/>
              <a:t> </a:t>
            </a:r>
            <a:r>
              <a:rPr lang="en-US" dirty="0" err="1" smtClean="0"/>
              <a:t>Yankes</a:t>
            </a:r>
            <a:endParaRPr lang="en-US" dirty="0" smtClean="0"/>
          </a:p>
          <a:p>
            <a:pPr lvl="1"/>
            <a:r>
              <a:rPr lang="en-US" dirty="0" smtClean="0"/>
              <a:t>PHP – </a:t>
            </a:r>
            <a:r>
              <a:rPr lang="en-US" dirty="0"/>
              <a:t>source: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github.com/ardhityawiedhairawan/siranap-php-all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Java – source: </a:t>
            </a:r>
            <a:r>
              <a:rPr lang="en-US" dirty="0">
                <a:hlinkClick r:id="rId3"/>
              </a:rPr>
              <a:t>https://github.com/dnaftali/siranap-post</a:t>
            </a:r>
            <a:endParaRPr lang="en-US" dirty="0" smtClean="0"/>
          </a:p>
          <a:p>
            <a:r>
              <a:rPr lang="en-US" dirty="0" smtClean="0"/>
              <a:t>Web Service di </a:t>
            </a:r>
            <a:r>
              <a:rPr lang="en-US" dirty="0" err="1" smtClean="0"/>
              <a:t>Rumah</a:t>
            </a:r>
            <a:r>
              <a:rPr lang="en-US" dirty="0" smtClean="0"/>
              <a:t> </a:t>
            </a:r>
            <a:r>
              <a:rPr lang="en-US" dirty="0" err="1" smtClean="0"/>
              <a:t>Sakit</a:t>
            </a:r>
            <a:endParaRPr lang="en-US" dirty="0" smtClean="0"/>
          </a:p>
          <a:p>
            <a:pPr lvl="1"/>
            <a:r>
              <a:rPr lang="en-US" dirty="0" smtClean="0"/>
              <a:t>PHP – </a:t>
            </a:r>
            <a:r>
              <a:rPr lang="en-US" dirty="0"/>
              <a:t>source: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github.com/ardhityawiedhairawan/siranap-php-all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Java – </a:t>
            </a:r>
            <a:r>
              <a:rPr lang="en-US" i="1" dirty="0" smtClean="0"/>
              <a:t>Java Servlet, source: </a:t>
            </a:r>
            <a:r>
              <a:rPr lang="en-US" dirty="0">
                <a:hlinkClick r:id="rId4"/>
              </a:rPr>
              <a:t>https://github.com/dnaftali/siranap-ws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err="1" smtClean="0"/>
              <a:t>Hapus</a:t>
            </a:r>
            <a:r>
              <a:rPr lang="en-US" dirty="0" smtClean="0"/>
              <a:t> data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/>
              <a:t>Web Service </a:t>
            </a:r>
            <a:r>
              <a:rPr lang="en-US" dirty="0" err="1"/>
              <a:t>Ditjen</a:t>
            </a:r>
            <a:r>
              <a:rPr lang="en-US" dirty="0"/>
              <a:t> </a:t>
            </a:r>
            <a:r>
              <a:rPr lang="en-US" dirty="0" err="1" smtClean="0"/>
              <a:t>Yankes</a:t>
            </a:r>
            <a:endParaRPr lang="en-US" dirty="0" smtClean="0"/>
          </a:p>
          <a:p>
            <a:pPr lvl="1"/>
            <a:r>
              <a:rPr lang="en-US" dirty="0"/>
              <a:t>PHP – source: </a:t>
            </a:r>
            <a:r>
              <a:rPr lang="en-US" dirty="0">
                <a:hlinkClick r:id="rId2"/>
              </a:rPr>
              <a:t>https://github.com/ardhityawiedhairawan/siranap-php-all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Java </a:t>
            </a:r>
            <a:r>
              <a:rPr lang="en-US" dirty="0" smtClean="0"/>
              <a:t>– </a:t>
            </a:r>
            <a:r>
              <a:rPr lang="en-US" i="1" dirty="0" smtClean="0"/>
              <a:t>source</a:t>
            </a:r>
            <a:r>
              <a:rPr lang="en-US" i="1" dirty="0"/>
              <a:t>: </a:t>
            </a: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github.com/dnaftali/siranap-hapus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62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Otomatisasi</a:t>
            </a:r>
            <a:r>
              <a:rPr lang="en-US" dirty="0" smtClean="0"/>
              <a:t> </a:t>
            </a:r>
            <a:r>
              <a:rPr lang="en-US" dirty="0" err="1" smtClean="0"/>
              <a:t>pengiriman</a:t>
            </a:r>
            <a:r>
              <a:rPr lang="en-US" dirty="0" smtClean="0"/>
              <a:t>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Pengiriman</a:t>
            </a:r>
            <a:r>
              <a:rPr lang="en-US" dirty="0" smtClean="0"/>
              <a:t> data </a:t>
            </a:r>
            <a:r>
              <a:rPr lang="en-US" dirty="0" err="1" smtClean="0"/>
              <a:t>menggunakan</a:t>
            </a:r>
            <a:r>
              <a:rPr lang="en-US" dirty="0" smtClean="0"/>
              <a:t> POST </a:t>
            </a:r>
            <a:r>
              <a:rPr lang="en-US" dirty="0" err="1" smtClean="0"/>
              <a:t>dilakukan</a:t>
            </a:r>
            <a:r>
              <a:rPr lang="en-US" dirty="0" smtClean="0"/>
              <a:t> minimal 2 kali </a:t>
            </a:r>
            <a:r>
              <a:rPr lang="en-US" dirty="0" err="1" smtClean="0"/>
              <a:t>sehari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Penjadwalan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i="1" dirty="0" err="1" smtClean="0"/>
              <a:t>cronjob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OS Linux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i="1" dirty="0" smtClean="0"/>
              <a:t>Scheduled Task </a:t>
            </a:r>
            <a:r>
              <a:rPr lang="en-US" dirty="0" err="1" smtClean="0"/>
              <a:t>pada</a:t>
            </a:r>
            <a:r>
              <a:rPr lang="en-US" dirty="0" smtClean="0"/>
              <a:t> OS Windows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296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/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dibutuhkan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GUI Editor:</a:t>
            </a:r>
          </a:p>
          <a:p>
            <a:pPr lvl="1"/>
            <a:r>
              <a:rPr lang="en-US" dirty="0" err="1" smtClean="0"/>
              <a:t>Netbeans</a:t>
            </a:r>
            <a:r>
              <a:rPr lang="en-US" dirty="0"/>
              <a:t> for Java (</a:t>
            </a:r>
            <a:r>
              <a:rPr lang="en-US" dirty="0">
                <a:hlinkClick r:id="rId2"/>
              </a:rPr>
              <a:t>https://netbeans.org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)</a:t>
            </a:r>
          </a:p>
          <a:p>
            <a:pPr lvl="1"/>
            <a:r>
              <a:rPr lang="en-US" dirty="0"/>
              <a:t>Sublime Text (</a:t>
            </a:r>
            <a:r>
              <a:rPr lang="en-US" dirty="0">
                <a:hlinkClick r:id="rId3"/>
              </a:rPr>
              <a:t>https://www.sublimetext.com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)</a:t>
            </a:r>
          </a:p>
          <a:p>
            <a:pPr lvl="1"/>
            <a:r>
              <a:rPr lang="en-US" dirty="0"/>
              <a:t>Notepad++ (</a:t>
            </a:r>
            <a:r>
              <a:rPr lang="en-US" dirty="0">
                <a:hlinkClick r:id="rId4"/>
              </a:rPr>
              <a:t>https://notepad-plus-plus.org</a:t>
            </a:r>
            <a:r>
              <a:rPr lang="en-US" dirty="0" smtClean="0">
                <a:hlinkClick r:id="rId4"/>
              </a:rPr>
              <a:t>/</a:t>
            </a:r>
            <a:r>
              <a:rPr lang="en-US" dirty="0" smtClean="0"/>
              <a:t> )</a:t>
            </a:r>
          </a:p>
          <a:p>
            <a:r>
              <a:rPr lang="en-US" dirty="0" smtClean="0"/>
              <a:t>Server</a:t>
            </a:r>
          </a:p>
          <a:p>
            <a:pPr lvl="1"/>
            <a:r>
              <a:rPr lang="en-US" dirty="0" smtClean="0"/>
              <a:t>Apache </a:t>
            </a:r>
            <a:r>
              <a:rPr lang="en-US" dirty="0">
                <a:sym typeface="Wingdings" panose="05000000000000000000" pitchFamily="2" charset="2"/>
              </a:rPr>
              <a:t> PHP (</a:t>
            </a:r>
            <a:r>
              <a:rPr lang="en-US" dirty="0">
                <a:sym typeface="Wingdings" panose="05000000000000000000" pitchFamily="2" charset="2"/>
                <a:hlinkClick r:id="rId5"/>
              </a:rPr>
              <a:t>https://httpd.apache.org</a:t>
            </a:r>
            <a:r>
              <a:rPr lang="en-US" dirty="0" smtClean="0">
                <a:sym typeface="Wingdings" panose="05000000000000000000" pitchFamily="2" charset="2"/>
                <a:hlinkClick r:id="rId5"/>
              </a:rPr>
              <a:t>/</a:t>
            </a:r>
            <a:r>
              <a:rPr lang="en-US" dirty="0" smtClean="0">
                <a:sym typeface="Wingdings" panose="05000000000000000000" pitchFamily="2" charset="2"/>
              </a:rPr>
              <a:t> )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Apache Tomcat </a:t>
            </a:r>
            <a:r>
              <a:rPr lang="en-US" dirty="0">
                <a:sym typeface="Wingdings" panose="05000000000000000000" pitchFamily="2" charset="2"/>
              </a:rPr>
              <a:t> Java (</a:t>
            </a:r>
            <a:r>
              <a:rPr lang="en-US" dirty="0">
                <a:sym typeface="Wingdings" panose="05000000000000000000" pitchFamily="2" charset="2"/>
                <a:hlinkClick r:id="rId6"/>
              </a:rPr>
              <a:t>http://tomcat.apache.org</a:t>
            </a:r>
            <a:r>
              <a:rPr lang="en-US" dirty="0" smtClean="0">
                <a:sym typeface="Wingdings" panose="05000000000000000000" pitchFamily="2" charset="2"/>
                <a:hlinkClick r:id="rId6"/>
              </a:rPr>
              <a:t>/</a:t>
            </a:r>
            <a:r>
              <a:rPr lang="en-US" dirty="0" smtClean="0">
                <a:sym typeface="Wingdings" panose="05000000000000000000" pitchFamily="2" charset="2"/>
              </a:rPr>
              <a:t> )</a:t>
            </a: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Mysql</a:t>
            </a:r>
            <a:r>
              <a:rPr lang="en-US" dirty="0">
                <a:sym typeface="Wingdings" panose="05000000000000000000" pitchFamily="2" charset="2"/>
              </a:rPr>
              <a:t> Database (</a:t>
            </a:r>
            <a:r>
              <a:rPr lang="en-US" dirty="0">
                <a:sym typeface="Wingdings" panose="05000000000000000000" pitchFamily="2" charset="2"/>
                <a:hlinkClick r:id="rId7"/>
              </a:rPr>
              <a:t>https://www.mysql.com</a:t>
            </a:r>
            <a:r>
              <a:rPr lang="en-US" dirty="0" smtClean="0">
                <a:sym typeface="Wingdings" panose="05000000000000000000" pitchFamily="2" charset="2"/>
                <a:hlinkClick r:id="rId7"/>
              </a:rPr>
              <a:t>/</a:t>
            </a:r>
            <a:r>
              <a:rPr lang="en-US" dirty="0" smtClean="0">
                <a:sym typeface="Wingdings" panose="05000000000000000000" pitchFamily="2" charset="2"/>
              </a:rPr>
              <a:t> 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XAMP (</a:t>
            </a:r>
            <a:r>
              <a:rPr lang="en-US" dirty="0">
                <a:sym typeface="Wingdings" panose="05000000000000000000" pitchFamily="2" charset="2"/>
                <a:hlinkClick r:id="rId8"/>
              </a:rPr>
              <a:t>https://</a:t>
            </a:r>
            <a:r>
              <a:rPr lang="en-US" dirty="0" smtClean="0">
                <a:sym typeface="Wingdings" panose="05000000000000000000" pitchFamily="2" charset="2"/>
                <a:hlinkClick r:id="rId8"/>
              </a:rPr>
              <a:t>www.apachefriends.org/index.html</a:t>
            </a:r>
            <a:r>
              <a:rPr lang="en-US" dirty="0" smtClean="0">
                <a:sym typeface="Wingdings" panose="05000000000000000000" pitchFamily="2" charset="2"/>
              </a:rPr>
              <a:t> )</a:t>
            </a:r>
            <a:endParaRPr lang="en-US" dirty="0" smtClean="0"/>
          </a:p>
          <a:p>
            <a:r>
              <a:rPr lang="en-US" dirty="0" smtClean="0"/>
              <a:t>Tool</a:t>
            </a:r>
          </a:p>
          <a:p>
            <a:pPr lvl="1"/>
            <a:r>
              <a:rPr lang="en-US" dirty="0" smtClean="0"/>
              <a:t>Curl </a:t>
            </a:r>
            <a:r>
              <a:rPr lang="en-US" dirty="0" smtClean="0">
                <a:sym typeface="Wingdings" panose="05000000000000000000" pitchFamily="2" charset="2"/>
              </a:rPr>
              <a:t> </a:t>
            </a:r>
            <a:r>
              <a:rPr lang="en-US" dirty="0">
                <a:sym typeface="Wingdings" panose="05000000000000000000" pitchFamily="2" charset="2"/>
              </a:rPr>
              <a:t>http/https interpreter (</a:t>
            </a:r>
            <a:r>
              <a:rPr lang="en-US" dirty="0">
                <a:sym typeface="Wingdings" panose="05000000000000000000" pitchFamily="2" charset="2"/>
                <a:hlinkClick r:id="rId9"/>
              </a:rPr>
              <a:t>https://curl.haxx.se</a:t>
            </a:r>
            <a:r>
              <a:rPr lang="en-US" dirty="0" smtClean="0">
                <a:sym typeface="Wingdings" panose="05000000000000000000" pitchFamily="2" charset="2"/>
                <a:hlinkClick r:id="rId9"/>
              </a:rPr>
              <a:t>/</a:t>
            </a:r>
            <a:r>
              <a:rPr lang="en-US" dirty="0" smtClean="0">
                <a:sym typeface="Wingdings" panose="05000000000000000000" pitchFamily="2" charset="2"/>
              </a:rPr>
              <a:t> 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Putty (</a:t>
            </a:r>
            <a:r>
              <a:rPr lang="en-US" dirty="0">
                <a:sym typeface="Wingdings" panose="05000000000000000000" pitchFamily="2" charset="2"/>
                <a:hlinkClick r:id="rId10"/>
              </a:rPr>
              <a:t>http://www.putty.org</a:t>
            </a:r>
            <a:r>
              <a:rPr lang="en-US" dirty="0" smtClean="0">
                <a:sym typeface="Wingdings" panose="05000000000000000000" pitchFamily="2" charset="2"/>
                <a:hlinkClick r:id="rId10"/>
              </a:rPr>
              <a:t>/</a:t>
            </a:r>
            <a:r>
              <a:rPr lang="en-US" dirty="0" smtClean="0">
                <a:sym typeface="Wingdings" panose="05000000000000000000" pitchFamily="2" charset="2"/>
              </a:rPr>
              <a:t> )</a:t>
            </a: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Cronjob</a:t>
            </a:r>
            <a:endParaRPr lang="en-US" dirty="0" smtClean="0">
              <a:sym typeface="Wingdings" panose="05000000000000000000" pitchFamily="2" charset="2"/>
            </a:endParaRP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etc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Instalasi Teknologi Informasi - RSUP Dr. Sardjito Yogyakarta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85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963</TotalTime>
  <Words>906</Words>
  <Application>Microsoft Office PowerPoint</Application>
  <PresentationFormat>Widescreen</PresentationFormat>
  <Paragraphs>294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Rounded MT Bold</vt:lpstr>
      <vt:lpstr>Calibri</vt:lpstr>
      <vt:lpstr>Century Gothic</vt:lpstr>
      <vt:lpstr>Wingdings</vt:lpstr>
      <vt:lpstr>Wingdings 3</vt:lpstr>
      <vt:lpstr>Wisp</vt:lpstr>
      <vt:lpstr>Teknis Integrasi (Bridging) Siranap dengan SIMRS</vt:lpstr>
      <vt:lpstr>Outline</vt:lpstr>
      <vt:lpstr>Panduan Teknis</vt:lpstr>
      <vt:lpstr>Langkah-langkah Integrasi Siranap</vt:lpstr>
      <vt:lpstr>Struktur Database Siranap</vt:lpstr>
      <vt:lpstr>Master Kelas/Ruang </vt:lpstr>
      <vt:lpstr>Master Tipe Pasien (1)</vt:lpstr>
      <vt:lpstr>Master Tipe Pasien (2)</vt:lpstr>
      <vt:lpstr>Transaksi_Siranap (contoh)</vt:lpstr>
      <vt:lpstr>Informasi Ketersediaan tempat tidur</vt:lpstr>
      <vt:lpstr>Perbandingan Metode Integrasi data ke Siranap</vt:lpstr>
      <vt:lpstr>Topology</vt:lpstr>
      <vt:lpstr>Web base atau Dekstop base?</vt:lpstr>
      <vt:lpstr>Contoh Implementasi</vt:lpstr>
      <vt:lpstr>Otomatisasi pengiriman data</vt:lpstr>
      <vt:lpstr>Tool / Aplikasi yang dibutuhkan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dody</dc:creator>
  <cp:lastModifiedBy>INSTI</cp:lastModifiedBy>
  <cp:revision>51</cp:revision>
  <dcterms:created xsi:type="dcterms:W3CDTF">2017-07-11T02:13:15Z</dcterms:created>
  <dcterms:modified xsi:type="dcterms:W3CDTF">2017-07-13T14:52:18Z</dcterms:modified>
</cp:coreProperties>
</file>